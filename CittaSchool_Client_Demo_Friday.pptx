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120640" cy="68580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0" y="-548640"/>
            <a:ext cx="2286000" cy="2286000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B187"/>
                </a:solidFill>
                <a:latin typeface="Calibri"/>
              </a:defRPr>
            </a:pPr>
            <a:r>
              <a:t>CITTA SCHOOL  •  UNIVERSITY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CittaSchool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Playwright QAT  •  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Deep Tests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FE"/>
                </a:solidFill>
                <a:latin typeface="Calibri"/>
              </a:defRPr>
            </a:pPr>
            <a:r>
              <a:t>Production verification for demo.cittaschool.com across 6 portals — from JAMB admission to graduation.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Live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demo.cittaschool.com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Production • 2FA 123456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main @ da8b548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48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PHASE 2 QAT  •  4-PAGE DECK — NOW WITH FRIDAY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9144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F78"/>
                </a:solidFill>
                <a:latin typeface="Calibri"/>
              </a:defRPr>
            </a:pPr>
            <a:r>
              <a:t>What was built in CittaSchool_test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554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Playwright 1.62 • 11 projects • 55 objectives mapped to TC-01..27 / NT-01..23 / ISS-001..034. Auth harness with 6 role storageStates, evidence per FAIL.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✓  LIVE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3F78"/>
                </a:solidFill>
                <a:latin typeface="Calibri"/>
              </a:defRPr>
            </a:pPr>
            <a:r>
              <a:t>Smoke 3/3  •  Auth 7/8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108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no Quick sign-in • Invalid verification code • Bursar lockout tolerant • Setup 6/6 → .auth/*.json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chrome-unauth  •  4.4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↗  PUSHED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github.com/knight-dev01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063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Playwright-Test-for-Citta-School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main • Ifet Great &lt;greatifet12@gmail.com&gt; • DEMO_FRIDAY.md added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27 + 1 files  •  PPTX 4 pages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4754880"/>
            <a:ext cx="5943600" cy="5486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BASE_URL  https://demo.cittaschool.com   •   NODE v24.14  •  CHROME  System  •  PLAYWRIGHT 1.62.1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166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1 of 4  —  07 Sep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663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>
                <a:solidFill>
                  <a:srgbClr val="163F78"/>
                </a:solidFill>
                <a:latin typeface="Calibri"/>
              </a:defRPr>
            </a:pPr>
            <a:r>
              <a:t>by Ifet Great  •  QAT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COVERAGE  •  6 PORTALS  •  ADMISSION →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Architecture &amp;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Every messages.txt objective has a Playwright suite. POM + storageState per role + evidence per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777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64748B"/>
                </a:solidFill>
                <a:latin typeface="Calibri"/>
              </a:defRPr>
            </a:pPr>
            <a:r>
              <a:t>playwright.config.ts  •  11 projects</a:t>
            </a:r>
            <a:br/>
            <a:r>
              <a:t>setup → chromium-applicant/student/registrar/lecturer/bursar/executive + chrome-unauth +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APPLICANT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TC-04,07,10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Screening • JAMB read-only • 105→62 Post-UTME • amount before pay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REGISTRAR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TC-05,06,08,09,13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Quota double-click • CAPS unknown JAMB • matric DU/CSC/26/* single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TC-10..14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Fees blocked • 15-24 units • core pre-select • course form 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LECTURER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TC-15,16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Tiles open • 0≠blank≠ABS • upload validation • sheet locks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520439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BURSAR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Pending → Approved • collections = gateway+approved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Institutional overview • collections reconcile • broadcast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8640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END-TO-END RELAY  •  T1 Applicant/Student  →  T2 Registrar  →  T3 Lecturer  →  T4 Bursar  →  T5 Executive  →  T6 Security/Mobile  •  Pass 2 Storyline 3h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TC-04 Screening → TC-05 Ranking (268/8+62/2=64.5) → TC-06 Quota/CAPS → TC-07 Acceptance/letter QR → TC-08 Clearance/Matric → TC-10..14 Fees &amp; 15-24 → TC-15..16 Grading &amp; HOD→Dean→Senate → TC-17..19 Transcript/Graduation/Executive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2 of 4  —  Security: NT-01..23  •  Regression: ISS-001..034  •  Platform: a11y (@axe-core), mobile Pixel 7, perf ≤3s / ≤5s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RESULTS  •  EVIDENCE-BASED  •  NO FABRICATION  (messages.txt Critical 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Results Today &amp;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Smoke + Auth live-verified. Full relay ready after handovers — every PASS/FAIL is observed.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LIVE RUN  •  07 SEP 2026  •  chrome-unauth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02920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398264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7 passed  •  1 skipped  •  0 fabricated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✓  01-smoke  3/3  —  200 at /, no 5xx, no Quick sign-in</a:t>
            </a:r>
            <a:br/>
            <a:r>
              <a:t>✓  auth.setup  6/6  —  .auth/*.json with next-auth session</a:t>
            </a:r>
            <a:br/>
            <a:r>
              <a:t>✓  TC-01  —  999999 → Invalid verification code, 123456 → dashboard</a:t>
            </a:r>
            <a:br/>
            <a:r>
              <a:t>⊘  TC-02  —  skipped (lockout threshold higher)</a:t>
            </a:r>
            <a:br/>
            <a:r>
              <a:t>✓  TC-03  —  applicant → /registrar refused</a:t>
            </a:r>
            <a:br/>
            <a:r>
              <a:t>✓  TC-04..TC-09 etc. — scaffolded, log + screenshot for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Evidence per FAIL: Screenshot + URL + role + expected/actual → Evidence/ + playwright-report/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394960" cy="27432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RUN IT NOW  •  3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npm install</a:t>
            </a:r>
            <a:br/>
            <a:r>
              <a:t>npx playwright install --with-deps chromium</a:t>
            </a:r>
            <a:br/>
            <a:r>
              <a:t>npm run test:smoke   # unauth</a:t>
            </a:r>
            <a:br/>
            <a:r>
              <a:t>npm test               # setup → 6 roles → full matrix</a:t>
            </a:r>
            <a:br/>
            <a:r>
              <a:t>npx playwright show-report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7D2FE"/>
                </a:solidFill>
                <a:latin typeface="Calibri"/>
              </a:defRPr>
            </a:pPr>
            <a:r>
              <a:t>BASE_URL in .env  •  .env.example prefilled (registrar/Demo2026!/123456)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Full report: Executive Summary • Critical/Major/Minor • Security • ISS-001..034 → Ready / Requires remediation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RECOMMENDATION TODAY — Ready with known wiring → Full relay (TC-04..19) needs handover execution (3h) + Reset data once.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Next: npx playwright test --project=chromium-registrar for Admissions→Clearance, then Bursar, Senate. Attach Evidence/ to client pack.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3 of 4  —  CittaSchool Phase 2 QAT  •  Prepared by Ifet Great  •  07 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PROPOSED DEMO TO CLIENT  •  UNITY FEDERAL UNIVERSITY  •  FRIDAY 12 SEPTEMBER  •  45 MIN LIVE + 15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What You Will See on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One student, Adaeze, from JAMB admission to graduation — live on demo.cittaschool.com. No slides, just your future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85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Venue: Projector + Wi-Fi</a:t>
            </a:r>
            <a:br/>
            <a:r>
              <a:t>One phone for QR scans</a:t>
            </a:r>
            <a:br/>
            <a:r>
              <a:t>Your team + our 6 role leads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713232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LIVE JOURNEY  •  45 MINUTES  •  YOU CAN INTERRUPT ANYTIME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0–5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65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Welcome &amp; Secure Sign-In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671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See how each role opens only its own portal — applicant, registrar, lecturer, bursar, executive. Typed sign-in with verification code, no shortcuts.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32888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5–15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53288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Admission &amp; Merit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73405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Watch Adaeze’s JAMB record become a ranked offer. See cut-off rules, quota, and how CAPS decisions become an admission letter with a phone-verifiable QR.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99816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99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15–22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09981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Clearance to Matric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30098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One click after clearance gives Adaeze her matric number — then her first student login. See how missing fees block registration until paid.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66744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667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22–30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66674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Fees &amp; Registration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8679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Amount shown before you pay → instant receipt with serial &amp; QR. See Pending manual payments clear only after Bursar approval. Then 15–24 unit rule and a printable course 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233672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336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30–38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233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Grading &amp; Approvals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434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Lecturer enters scores (0, ABS, blanks handled) → HOD → Dean → Senate. Students see nothing until Senate releases — then GPA appears.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800600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00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38–45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8006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Graduation &amp; 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001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Transcript QR without login, First-Class after clearing a library fine live, and the Vice-Chancellor’s dashboard that reconciles every payment and result.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1554480"/>
            <a:ext cx="3703320" cy="438912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173736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WHAT THIS PROVES TO YOU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01168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✓ One version of the truth — JAMB → transcript → certificate</a:t>
            </a:r>
            <a:br/>
            <a:r>
              <a:t>✓ Rules enforced by server, not by people</a:t>
            </a:r>
            <a:br/>
            <a:r>
              <a:t>✓ Money traceable — every receipt has a serial &amp; QR</a:t>
            </a:r>
            <a:br/>
            <a:r>
              <a:t>✓ Roles respected — students can’t see registrar pages</a:t>
            </a:r>
            <a:br/>
            <a:r>
              <a:t>✓ Executive sees live figures, not exports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38328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WE NEED FROM YOU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36118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•  5–7 questions after each block</a:t>
            </a:r>
            <a:br/>
            <a:r>
              <a:t>•  Tell us your cut-off, quota &amp; grading weights live — we’ll show audit</a:t>
            </a:r>
            <a:br/>
            <a:r>
              <a:t>•  One phone to scan QRs with 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3434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7D2FE"/>
                </a:solidFill>
                <a:latin typeface="Calibri"/>
              </a:defRPr>
            </a:pPr>
            <a:r>
              <a:t>If Wi-Fi drops, we switch to the recorded evidence pack — same journey, same receipts. No fabricated PASS.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2648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4 of 4  —  Client-facing  •  Unity Federal University  •  CittaERP Solutions  •  demo.cittaschool.com  •  Fri 12 Sep — 45 min + Q&amp;A  •  Prepared by Ifet Great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