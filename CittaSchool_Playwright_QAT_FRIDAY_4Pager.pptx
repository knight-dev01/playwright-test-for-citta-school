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120640" cy="68580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548640"/>
            <a:ext cx="2286000" cy="22860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CittaSchool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Playwright QAT  • 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Deep Tests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Production verification for demo.cittaschool.com across 6 portals — from JAMB admission to graduation.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• 2FA 123456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main @ da8b548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48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2 QAT  •  4-PAGE DECK — NOW WITH FRIDAY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914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What was built in CittaSchool_test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554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Playwright 1.62 • 11 projects • 55 objectives mapped to TC-01..27 / NT-01..23 / ISS-001..034. Auth harness with 6 role storageStates, evidence per FAIL.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✓  LIVE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3F78"/>
                </a:solidFill>
                <a:latin typeface="Calibri"/>
              </a:defRPr>
            </a:pPr>
            <a:r>
              <a:t>Smoke 3/3  •  Auth 7/8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108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 Quick sign-in • Invalid verification code • Bursar lockout tolerant • Setup 6/6 → .auth/*.json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chrome-unauth  •  4.4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↗  PUSHED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github.com/knight-dev01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Playwright-Test-for-Citta-School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main • Ifet Great &lt;greatifet12@gmail.com&gt; • DEMO_FRIDAY.md added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27 + 1 files  •  PPTX 4 pages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754880"/>
            <a:ext cx="5943600" cy="5486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BASE_URL  https://demo.cittaschool.com   •   NODE v24.14  •  CHROME  System  •  PLAYWRIGHT 1.62.1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1 of 4  —  07 Sep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66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>
                <a:solidFill>
                  <a:srgbClr val="163F78"/>
                </a:solidFill>
                <a:latin typeface="Calibri"/>
              </a:defRPr>
            </a:pPr>
            <a:r>
              <a:t>by Ifet Great  •  QAT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 •  6 PORTALS  •  ADMISSION →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Architecture &amp;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messages.txt objective has a Playwright suite. POM + storageState per role + evidence per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777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playwright.config.ts  •  11 projects</a:t>
            </a:r>
            <a:br/>
            <a:r>
              <a:t>setup → chromium-applicant/student/registrar/lecturer/bursar/executive + chrome-unauth +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TC-04,07,10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Screening • JAMB read-only • 105→62 Post-UTME • amount before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TC-05,06,08,09,13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Quota double-click • CAPS unknown JAMB • matric DU/CSC/26/* single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TC-10..14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Fees blocked • 15-24 units • core pre-select • course form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TC-15,16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open • 0≠blank≠ABS • upload validation • sheet 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20439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BURSAR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Pending → Approved • collections = gateway+approved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Institutional overview • collections reconcile • broadcast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8640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END-TO-END RELAY  •  T1 Applicant/Student  →  T2 Registrar  →  T3 Lecturer  →  T4 Bursar  →  T5 Executive  →  T6 Security/Mobile  •  Pass 2 Storyline 3h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TC-04 Screening → TC-05 Ranking (268/8+62/2=64.5) → TC-06 Quota/CAPS → TC-07 Acceptance/letter QR → TC-08 Clearance/Matric → TC-10..14 Fees &amp; 15-24 → TC-15..16 Grading &amp; HOD→Dean→Senate → TC-17..19 Transcript/Graduation/Executive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2 of 4  —  Security: NT-01..23  •  Regression: ISS-001..034  •  Platform: a11y (@axe-core), mobile Pixel 7, perf ≤3s / ≤5s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RESULTS  •  EVIDENCE-BASED  •  NO FABRICATION  (messages.txt Critical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Results Today &amp;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Smoke + Auth live-verified. Full relay ready after handovers — every PASS/FAIL is observed.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 RUN  •  07 SEP 2026  •  chrome-unauth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39826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 passed  •  1 skipped  •  0 fabricated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01-smoke  3/3  —  200 at /, no 5xx, no Quick sign-in</a:t>
            </a:r>
            <a:br/>
            <a:r>
              <a:t>✓  auth.setup  6/6  —  .auth/*.json with next-auth session</a:t>
            </a:r>
            <a:br/>
            <a:r>
              <a:t>✓  TC-01  —  999999 → Invalid verification code, 123456 → dashboard</a:t>
            </a:r>
            <a:br/>
            <a:r>
              <a:t>⊘  TC-02  —  skipped (lockout threshold higher)</a:t>
            </a:r>
            <a:br/>
            <a:r>
              <a:t>✓  TC-03  —  applicant → /registrar refused</a:t>
            </a:r>
            <a:br/>
            <a:r>
              <a:t>✓  TC-04..TC-09 etc. — scaffolded, log + screenshot for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Evidence per FAIL: Screenshot + URL + role + expected/actual → Evidence/ + playwright-report/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394960" cy="27432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RUN IT NOW  •  3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npm install</a:t>
            </a:r>
            <a:br/>
            <a:r>
              <a:t>npx playwright install --with-deps chromium</a:t>
            </a:r>
            <a:br/>
            <a:r>
              <a:t>npm run test:smoke   # unauth</a:t>
            </a:r>
            <a:br/>
            <a:r>
              <a:t>npm test               # setup → 6 roles → full matrix</a:t>
            </a:r>
            <a:br/>
            <a:r>
              <a:t>npx playwright show-report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BASE_URL in .env  •  .env.example prefilled (registrar/Demo2026!/123456)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Full report: Executive Summary • Critical/Major/Minor • Security • ISS-001..034 → Ready / Requires remediation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TODAY — Ready with known wiring → Full relay (TC-04..19) needs handover execution (3h) + Reset data once.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npx playwright test --project=chromium-registrar for Admissions→Clearance, then Bursar, Senate. Attach Evidence/ to client pack.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3 of 4  —  CittaSchool Phase 2 QAT  •  Prepared by Ifet Great  •  07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FRIDAY DEMO  •  45 MIN + 15 Q&amp;A  •  ONE STORY, SIX HANDOVERS  •  12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Suggested Approach for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Follow Adaeze (JAMB 202611234567AB, UTME 268) from screening → graduation. Reset once, then relay. Evidence over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85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Pre-demo: 15 min</a:t>
            </a:r>
            <a:br/>
            <a:r>
              <a:t>Smoke 3/3 → Reset data (Registrar) → note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6424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0-3  INTRO  •  3-21  ADMISSION→MATRIC  •  21-31  FEES &amp; REGISTRATION  •  31-39  GRADING &amp; APPROVAL  •  39-45  GRADUATION &amp; EXECUTIVE  • 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0-3  You — 6 portals isolated, no Quick sign-in, paste /registrar as applicant → Refused (TC-01/03).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1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3-8  Applicant (T1) — JAMB read-only, declaration error, USSD pay amount → receipt serial+QR → bell.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78023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8-14  Registrar (T2) — Cut-off 220→230→220 audited, 105 refused then 62, aggregate 64.5, quota double-click, CAPS unknown JAMB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14-18  Applicant — Accept before CAPS blocked, after CAPS Accept → letter QR phone verifies without login.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7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18-21  Registrar — Query passport blocks matric, Verify all → DU/CSC/26/xxxx once, second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79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21-27  Student (Welcome2026!) + Bursar — Registration blocked → Fees, gateway exact amount &amp; serial, manual Pending → Approved.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85031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27-31  Registrar→Student — Add ACC205 duplicate refused, 15-24 server (12 &amp; 30 refused), course form PDF.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86783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31-37  Lecturer (T3) + Registrar (HOD/Dean/Senate) — Tiles open, CA 85 refused/0 ok, ABS, blank banner, submit locks; Return → HOD→Dean→Senate.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88535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39-45  Executive (T5) — Overview reconciles funnel + collections + pipeline CSC101 Senate + Chinedu First Class, broadcast → notifications.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6424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163F78"/>
                </a:solidFill>
                <a:latin typeface="Calibri"/>
              </a:defRPr>
            </a:pPr>
            <a:r>
              <a:t>RISKS &amp; FALLBACK — Wi-Fi/site down → show playwright-report + Evidence/ videos. Payment → use manual Pending→Approved. Never trigger 5 failures live — show TC-02 screenshot.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One Reset only at start (old QRs → Not found). One tester per role (T1..T6), coordinator narrates. Close with acceptance table → Ready / Requires remediation. Repo: github.com/knight-dev01/Playwright-Test-for-Citta-School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4 of 4  —  DEMO_FRIDAY.md has full run-sheet  •  Prepared by Ifet Great  •  Fri 12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